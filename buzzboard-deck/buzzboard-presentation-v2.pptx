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b386b413b424c" /><Relationship Type="http://schemas.openxmlformats.org/officeDocument/2006/relationships/extended-properties" Target="/docProps/app.xml" Id="Rd19c81d643284115" /><Relationship Type="http://schemas.openxmlformats.org/officeDocument/2006/relationships/officeDocument" Target="/ppt/presentation.xml" Id="R7303517d62e645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6c11c06c94736"/>
  </p:sldMasterIdLst>
  <p:notesMasterIdLst>
    <p:notesMasterId xmlns:r="http://schemas.openxmlformats.org/officeDocument/2006/relationships" r:id="R5601e5cbe7404815"/>
  </p:notesMasterIdLst>
  <p:sldIdLst>
    <p:sldId xmlns:r="http://schemas.openxmlformats.org/officeDocument/2006/relationships" id="256" r:id="Rdc9e640063204d10"/>
    <p:sldId xmlns:r="http://schemas.openxmlformats.org/officeDocument/2006/relationships" id="257" r:id="Ra1f9e04d0e8a4987"/>
    <p:sldId xmlns:r="http://schemas.openxmlformats.org/officeDocument/2006/relationships" id="258" r:id="Ra19915ddf3324edf"/>
    <p:sldId xmlns:r="http://schemas.openxmlformats.org/officeDocument/2006/relationships" id="259" r:id="R974008ccf93342ae"/>
    <p:sldId xmlns:r="http://schemas.openxmlformats.org/officeDocument/2006/relationships" id="260" r:id="R447e57800bd84a99"/>
    <p:sldId xmlns:r="http://schemas.openxmlformats.org/officeDocument/2006/relationships" id="261" r:id="Rde92d4dd67b84a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c674456ed54dee" /><Relationship Type="http://schemas.openxmlformats.org/officeDocument/2006/relationships/slideMaster" Target="/ppt/slideMasters/slideMaster1.xml" Id="R5d06c11c06c94736" /><Relationship Type="http://schemas.openxmlformats.org/officeDocument/2006/relationships/notesMaster" Target="/ppt/notesMasters/notesMaster1.xml" Id="R5601e5cbe7404815" /><Relationship Type="http://schemas.openxmlformats.org/officeDocument/2006/relationships/presProps" Target="/ppt/presProps.xml" Id="Ref9ec257f7214359" /><Relationship Type="http://schemas.openxmlformats.org/officeDocument/2006/relationships/tableStyles" Target="/ppt/tableStyles.xml" Id="R7d7a7c6f3bf54366" /><Relationship Type="http://schemas.openxmlformats.org/officeDocument/2006/relationships/slide" Target="/ppt/slides/slide1.xml" Id="Rdc9e640063204d10" /><Relationship Type="http://schemas.openxmlformats.org/officeDocument/2006/relationships/slide" Target="/ppt/slides/slide2.xml" Id="Ra1f9e04d0e8a4987" /><Relationship Type="http://schemas.openxmlformats.org/officeDocument/2006/relationships/slide" Target="/ppt/slides/slide3.xml" Id="Ra19915ddf3324edf" /><Relationship Type="http://schemas.openxmlformats.org/officeDocument/2006/relationships/slide" Target="/ppt/slides/slide4.xml" Id="R974008ccf93342ae" /><Relationship Type="http://schemas.openxmlformats.org/officeDocument/2006/relationships/slide" Target="/ppt/slides/slide5.xml" Id="R447e57800bd84a99" /><Relationship Type="http://schemas.openxmlformats.org/officeDocument/2006/relationships/slide" Target="/ppt/slides/slide6.xml" Id="Rde92d4dd67b8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00a3f0bbe5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02b8b8a6b455b" /><Relationship Type="http://schemas.openxmlformats.org/officeDocument/2006/relationships/notesMaster" Target="/ppt/notesMasters/notesMaster1.xml" Id="Re08f4674cff3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88a1c26fc401f" /><Relationship Type="http://schemas.openxmlformats.org/officeDocument/2006/relationships/notesMaster" Target="/ppt/notesMasters/notesMaster1.xml" Id="Rff3b319ac1b549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f21a5ddc34f3b" /><Relationship Type="http://schemas.openxmlformats.org/officeDocument/2006/relationships/notesMaster" Target="/ppt/notesMasters/notesMaster1.xml" Id="Rfbea73824d9c4a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ce735e9e94ae3" /><Relationship Type="http://schemas.openxmlformats.org/officeDocument/2006/relationships/notesMaster" Target="/ppt/notesMasters/notesMaster1.xml" Id="R76cc31a2c97d47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14566f60f427a" /><Relationship Type="http://schemas.openxmlformats.org/officeDocument/2006/relationships/notesMaster" Target="/ppt/notesMasters/notesMaster1.xml" Id="R0ca318af26854b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7100986574927" /><Relationship Type="http://schemas.openxmlformats.org/officeDocument/2006/relationships/notesMaster" Target="/ppt/notesMasters/notesMaster1.xml" Id="Rd300bf36d3ab46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Buzzboard hackathon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the team's stated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flow: live video, OpenCV ball detection, and 20-motor tactile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 board details based on the team's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Challenges and response, summarized from the implementation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plans are proposed next steps, not completed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05e5d1ff5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8a9958b5b64c78" /><Relationship Type="http://schemas.openxmlformats.org/officeDocument/2006/relationships/slideLayout" Target="/ppt/slideLayouts/slideLayout1.xml" Id="Rea0e9472d96c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e9472d96c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ad73df20748d0" /><Relationship Type="http://schemas.openxmlformats.org/officeDocument/2006/relationships/notesSlide" Target="/ppt/notesSlides/notesSlide1.xml" Id="R632c6242e5484c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060f5d3ac4578" /><Relationship Type="http://schemas.openxmlformats.org/officeDocument/2006/relationships/notesSlide" Target="/ppt/notesSlides/notesSlide2.xml" Id="Rf4983a1c418842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95aef68c49fc" /><Relationship Type="http://schemas.openxmlformats.org/officeDocument/2006/relationships/notesSlide" Target="/ppt/notesSlides/notesSlide3.xml" Id="Rf83eac463c30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8d1456dac4ba1" /><Relationship Type="http://schemas.openxmlformats.org/officeDocument/2006/relationships/notesSlide" Target="/ppt/notesSlides/notesSlide4.xml" Id="R262a372f0af6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90768f2704db2" /><Relationship Type="http://schemas.openxmlformats.org/officeDocument/2006/relationships/notesSlide" Target="/ppt/notesSlides/notesSlide5.xml" Id="R1a68f0817b054b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1ea3c153742d9" /><Relationship Type="http://schemas.openxmlformats.org/officeDocument/2006/relationships/notesSlide" Target="/ppt/notesSlides/notesSlide6.xml" Id="R4e599fa5df834e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23CE6-F320-4EB1-989A-722BD300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85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F9B61-5CE2-4CDD-9D68-3FE54322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BUZZBOARD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AC98A-1CBC-4187-8DF2-56FF55BE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Feel the game in real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A0BE8-86F2-41ED-AB4A-CC3C314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tactile sports experience for people who are visually impaired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2A636-23AE-4657-A83E-02753BD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Hackathon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6A811-4C21-408C-B56F-DA43A7DE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8730F-8E13-4329-9E31-113694F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CF821-4DB7-4777-AED9-E2531461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685BB-8CED-47C8-B25E-23C062C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96E88-5978-426A-A546-454836F3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3C729-897E-451D-BEC0-0922218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FF0A2-349F-46B6-8864-F2D1ED6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EC01-3DE0-4284-A6E5-77068FFC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C966D-10FA-47A8-B3F8-335744FE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1EFE4-DC88-4E54-9C79-2CFFEDA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45A67-63C6-44EE-B3AA-FF12D7E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0576E-3296-49D7-991D-F7DB4C31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7405C-9D5D-49E6-ADAF-BE0FD13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48B3D-8F7D-41DD-AD11-18FABF9E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4557A-AA2D-4D54-888F-D7E02DB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A699E-58AC-4C53-8021-7F1EBA5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FE502-F9A5-4944-B070-43C04CC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82763-621F-4AA8-BCF3-6C702C95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42C9E-16C0-499B-BCB2-438A142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832BB-AD25-4977-99FC-6AE8AD09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241C1-910F-4FF3-BE48-D4ED30C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5 × 4 tactile grid</a:t>
            </a:r>
          </a:p>
        </p:txBody>
      </p:sp>
    </p:spTree>
    <p:extLst>
      <p:ext uri="{BB962C8B-B14F-4D97-AF65-F5344CB8AC3E}">
        <p14:creationId xmlns:p14="http://schemas.microsoft.com/office/powerpoint/2010/main" val="624706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7B254-8182-49F0-9EE5-620AE9A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DB50B-4259-47FA-803D-79EEE3A9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0FAE1-4006-400B-BD4F-2917697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The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6C171-02A5-4796-8A8D-E1F4323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3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Sports are social. Following the action should not depend on seeing the field.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582C-DA49-476C-9A40-AF53EAA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093CA-6DF2-4BF9-AF32-2B844899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Track the ball from live video and turn its location into a vibration on a physical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C8A5C-8A1A-45DF-913B-41763A6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2247900" cy="34861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91F4B-7616-4DFF-B7E6-916D3F88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1562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WATCH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TRACK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FEEL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8966A-E2EA-4AD0-9D59-AED9AD77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Video to touch</a:t>
            </a:r>
          </a:p>
        </p:txBody>
      </p:sp>
    </p:spTree>
    <p:extLst>
      <p:ext uri="{BB962C8B-B14F-4D97-AF65-F5344CB8AC3E}">
        <p14:creationId xmlns:p14="http://schemas.microsoft.com/office/powerpoint/2010/main" val="387803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394E8-E508-433B-854E-A6A281DA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805BD-EF00-4CE9-855F-1974E087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3227D-E766-464A-8339-521CE3F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How Buzzboard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379C5-FC35-4FC4-B39D-56F5EF7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8725-192A-4569-83BF-6DDAD364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Live sports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1D81F-B2D6-4D9B-A40A-D2451F67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43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camera feed gives us the game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B9748-3DD7-4D12-87D7-833501C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C61CC-0B01-4D2D-A9CB-BD52EB9D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C07E2-E4AF-42AF-80E6-F3467F07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DC233-D1E5-4565-9CBD-AD64014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Ball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755BB-B9B6-4CD3-BDCE-03ED19D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OpenCV processes each frame to locate the ball.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7C018-F317-4FE6-88DF-3167AA0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19226-AC04-4725-9D10-78FBE860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77E45-3415-47D5-9C21-0787FCE8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83020-40B1-40F9-9293-6CC9890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Tactile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CCC19-7AFA-4E43-844C-F6B0123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57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The closest of 20 motors vibrates on the 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DACC6-F2A0-4978-A3F7-55600014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57760-5F7E-49E8-8DE0-538D80B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38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5 × 4 MOTOR GRID</a:t>
            </a:r>
          </a:p>
        </p:txBody>
      </p:sp>
    </p:spTree>
    <p:extLst>
      <p:ext uri="{BB962C8B-B14F-4D97-AF65-F5344CB8AC3E}">
        <p14:creationId xmlns:p14="http://schemas.microsoft.com/office/powerpoint/2010/main" val="826215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3F7B1-01E8-4C12-B6B4-B4C4AC9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78701-59EA-4429-9480-59F86F1A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581AE-250A-4CEE-87DF-1D5C4BE9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2DBE8-571F-44A8-89A1-3507DD9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physical board designed to make the field readable by touch.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D1050-1984-4A2A-90FF-C9B5A65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953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44408-01D2-4A8A-ACFA-AD96CD8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20 vibration motors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5FDEB-893A-4417-9B2C-B8BB828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 5 × 4 grid maps a ball position to a clear vibration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982C2-3B54-4255-9C2B-60F1BBE1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Custom field inserts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09E96-C733-45EF-9239-BD9670C7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Ridges mark important lines, and magnetic inserts let us change sports.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43850-AE4F-41E1-81E0-3C1CC47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FIELD INSERT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35605-CE48-48D9-B731-1C4938D3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8100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0CFDC-F3A7-4F8E-BF4D-E4A7C35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A67C6-9056-4E72-A48A-83B41AEF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BC873-4FA3-4AC9-BBF8-CCE0765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977DB-D3A6-47E6-A035-EB4E6819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AC51C-0090-4A61-ABB8-EFCB598D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EBDC0-832E-419F-BAD7-0D8E6A8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14E11-28DC-48D8-8D88-7E4F2DD6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FB0FB-FFE7-4140-B7CD-3514435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531F3-7DEF-4C9B-9495-549C8271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381625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Interchangeable sport layouts</a:t>
            </a:r>
          </a:p>
        </p:txBody>
      </p:sp>
    </p:spTree>
    <p:extLst>
      <p:ext uri="{BB962C8B-B14F-4D97-AF65-F5344CB8AC3E}">
        <p14:creationId xmlns:p14="http://schemas.microsoft.com/office/powerpoint/2010/main" val="880833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6C65E-296C-4EE8-9D38-C3AC51A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A536B-B262-41B7-AB09-D30FE4B0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BA9AB-41CC-4F0C-8942-B016F64E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Challenges we faced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7F6F8-E70E-4C4F-A81E-CFE76805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BCCC1-F9EF-4656-AD7F-2BE116C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Keeping up with the 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B4C85-9583-4B61-B9A7-DEB91DE3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669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Ball detection must follow fast movement from imperfect video frames.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43D2C-6952-43F6-ACFE-1EB9743C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14B98-9271-4EEE-955F-6A72422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Mapping video to touch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02D4B-FE34-40C0-87CB-99B4CA0F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We had to turn a camera position into one meaningful point on a 5 × 4 grid.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7BB65-F010-4998-8DC8-AB854BB2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1878B-2010-4083-BFD4-B783EE40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Building for more than one 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92779-A1C6-47A0-928B-BBE5A9B1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The board needed field markings without locking the project to one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8D505-1C71-4E86-87E5-40FA4B53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6766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D94A8-3F8F-44C2-A1FA-99090BA4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What helped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D0F4C-5476-493B-A32E-A31DE985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 simple 20-cell contract kept the vision system, Jetson, relay matrix, and board aligned.</a:t>
            </a:r>
          </a:p>
        </p:txBody>
      </p:sp>
    </p:spTree>
    <p:extLst>
      <p:ext uri="{BB962C8B-B14F-4D97-AF65-F5344CB8AC3E}">
        <p14:creationId xmlns:p14="http://schemas.microsoft.com/office/powerpoint/2010/main" val="1382126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31C6F-11A2-48F4-97C6-9486B0C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E7A1C-725D-4291-86E8-B0F664F3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61957-D6DF-45D9-AB85-C3FCB32E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27CAA-EF53-4727-8138-A83DFFD7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9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We want to turn a working prototype into a more reliable shared game-day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F1993-5EE3-48F5-836E-B1806246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62038-466E-4467-92A4-4BCECB59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More reliable tracking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558C1-F421-46AC-B186-80FAF02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Improve ball detection across broadcast angles and faster plays.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B624-69CC-458D-B992-37C3F29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8ECFD-16BE-4CC2-A532-4221D77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More sports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6D90D-E155-4ED6-BC8C-573BB48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B0B"/>
                </a:solidFill>
                <a:latin typeface="Arial"/>
                <a:ea typeface="Arial"/>
                <a:cs typeface="Arial"/>
              </a:rPr>
              <a:t>Expand the interchangeable field inserts and tracking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66838-7EB8-4F6E-A333-251D5020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FF2FE-7946-4CEA-8363-D6B0B919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5C088-922A-4D29-B4D6-DD1AC159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Learn directly from visually impaired sports fans what feels useful during a live game.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181AD-0013-4D69-8082-18099A2C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Buzzboard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6C7DB-D774-4814-9EFD-977864A8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721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244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2026-09-27T09:48:30.5600000Z</dcterms:created>
  <dcterms:modified xsi:type="dcterms:W3CDTF">2026-09-27T09:48:30.5600000Z</dcterms:modified>
</coreProperties>
</file>