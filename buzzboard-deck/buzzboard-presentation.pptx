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41b612d4e43eb" /><Relationship Type="http://schemas.openxmlformats.org/officeDocument/2006/relationships/extended-properties" Target="/docProps/app.xml" Id="Rb22f4cda10c74238" /><Relationship Type="http://schemas.openxmlformats.org/officeDocument/2006/relationships/officeDocument" Target="/ppt/presentation.xml" Id="Rf8325d8901b5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a78ea011e43d0"/>
  </p:sldMasterIdLst>
  <p:notesMasterIdLst>
    <p:notesMasterId xmlns:r="http://schemas.openxmlformats.org/officeDocument/2006/relationships" r:id="R17c52a6f70b048dc"/>
  </p:notesMasterIdLst>
  <p:sldIdLst>
    <p:sldId xmlns:r="http://schemas.openxmlformats.org/officeDocument/2006/relationships" id="256" r:id="R749fc73b82894d9e"/>
    <p:sldId xmlns:r="http://schemas.openxmlformats.org/officeDocument/2006/relationships" id="257" r:id="R212ee3c99ab34f39"/>
    <p:sldId xmlns:r="http://schemas.openxmlformats.org/officeDocument/2006/relationships" id="258" r:id="Ra4120e41d2f14493"/>
    <p:sldId xmlns:r="http://schemas.openxmlformats.org/officeDocument/2006/relationships" id="259" r:id="R4349517f98054fe1"/>
    <p:sldId xmlns:r="http://schemas.openxmlformats.org/officeDocument/2006/relationships" id="260" r:id="Rae12f65d5d074961"/>
    <p:sldId xmlns:r="http://schemas.openxmlformats.org/officeDocument/2006/relationships" id="261" r:id="R8436c7c8252545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7318b5ec14688" /><Relationship Type="http://schemas.openxmlformats.org/officeDocument/2006/relationships/slideMaster" Target="/ppt/slideMasters/slideMaster1.xml" Id="Rfbaa78ea011e43d0" /><Relationship Type="http://schemas.openxmlformats.org/officeDocument/2006/relationships/notesMaster" Target="/ppt/notesMasters/notesMaster1.xml" Id="R17c52a6f70b048dc" /><Relationship Type="http://schemas.openxmlformats.org/officeDocument/2006/relationships/presProps" Target="/ppt/presProps.xml" Id="Rf6cd1854c0dd49fd" /><Relationship Type="http://schemas.openxmlformats.org/officeDocument/2006/relationships/tableStyles" Target="/ppt/tableStyles.xml" Id="Rca34b73e85ea4dc8" /><Relationship Type="http://schemas.openxmlformats.org/officeDocument/2006/relationships/slide" Target="/ppt/slides/slide1.xml" Id="R749fc73b82894d9e" /><Relationship Type="http://schemas.openxmlformats.org/officeDocument/2006/relationships/slide" Target="/ppt/slides/slide2.xml" Id="R212ee3c99ab34f39" /><Relationship Type="http://schemas.openxmlformats.org/officeDocument/2006/relationships/slide" Target="/ppt/slides/slide3.xml" Id="Ra4120e41d2f14493" /><Relationship Type="http://schemas.openxmlformats.org/officeDocument/2006/relationships/slide" Target="/ppt/slides/slide4.xml" Id="R4349517f98054fe1" /><Relationship Type="http://schemas.openxmlformats.org/officeDocument/2006/relationships/slide" Target="/ppt/slides/slide5.xml" Id="Rae12f65d5d074961" /><Relationship Type="http://schemas.openxmlformats.org/officeDocument/2006/relationships/slide" Target="/ppt/slides/slide6.xml" Id="R8436c7c82525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00a018e8a44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095341e4f745c2" /><Relationship Type="http://schemas.openxmlformats.org/officeDocument/2006/relationships/notesMaster" Target="/ppt/notesMasters/notesMaster1.xml" Id="R1a8f7817cee64b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b147f67844cd0" /><Relationship Type="http://schemas.openxmlformats.org/officeDocument/2006/relationships/notesMaster" Target="/ppt/notesMasters/notesMaster1.xml" Id="Rcd5a43944c8f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9ee16a851b44de" /><Relationship Type="http://schemas.openxmlformats.org/officeDocument/2006/relationships/notesMaster" Target="/ppt/notesMasters/notesMaster1.xml" Id="R2bfd8a189f5543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ac0c23efa4ec3" /><Relationship Type="http://schemas.openxmlformats.org/officeDocument/2006/relationships/notesMaster" Target="/ppt/notesMasters/notesMaster1.xml" Id="R0fea9f58bdc1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9dc072bf94699" /><Relationship Type="http://schemas.openxmlformats.org/officeDocument/2006/relationships/notesMaster" Target="/ppt/notesMasters/notesMaster1.xml" Id="Reb2b8834a68441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5cbf25d5b42b2" /><Relationship Type="http://schemas.openxmlformats.org/officeDocument/2006/relationships/notesMaster" Target="/ppt/notesMasters/notesMaster1.xml" Id="Re7690df4009e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Buzzboard hackathon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team's stated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flow: live video, OpenCV ball detection, and 20-motor tactile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board details based on the team's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Challenges and response, summarized from the implementation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plans are proposed next steps, not completed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ce7854630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b483e51dd4d9e" /><Relationship Type="http://schemas.openxmlformats.org/officeDocument/2006/relationships/slideLayout" Target="/ppt/slideLayouts/slideLayout1.xml" Id="R659d0b929a18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d0b929a18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54332b90744b5" /><Relationship Type="http://schemas.openxmlformats.org/officeDocument/2006/relationships/notesSlide" Target="/ppt/notesSlides/notesSlide1.xml" Id="R767ea2d295a54e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4470884c049e6" /><Relationship Type="http://schemas.openxmlformats.org/officeDocument/2006/relationships/notesSlide" Target="/ppt/notesSlides/notesSlide2.xml" Id="R8188138cf511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98a5a636840d3" /><Relationship Type="http://schemas.openxmlformats.org/officeDocument/2006/relationships/notesSlide" Target="/ppt/notesSlides/notesSlide3.xml" Id="R77a12a21a702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04d5a7f84375" /><Relationship Type="http://schemas.openxmlformats.org/officeDocument/2006/relationships/notesSlide" Target="/ppt/notesSlides/notesSlide4.xml" Id="R9e28f62194e3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0c23015ae4c2e" /><Relationship Type="http://schemas.openxmlformats.org/officeDocument/2006/relationships/notesSlide" Target="/ppt/notesSlides/notesSlide5.xml" Id="Ra92493ad945146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7381d8a7341cb" /><Relationship Type="http://schemas.openxmlformats.org/officeDocument/2006/relationships/notesSlide" Target="/ppt/notesSlides/notesSlide6.xml" Id="R5f7b200422394d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C3814-879E-4D1B-BD32-191B1961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857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60DD0-115D-420C-8426-42393887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02A0F-7C3F-4CE9-9620-38D68DB1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Feel the game in real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DEBB7-7103-475B-961F-F3CBF4A4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tactile sports experience for people who are visually impaired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34ADC-3FEB-4A17-9D31-DB62242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Hackathon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660DB-8D60-4D02-862D-839538C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427A-4ECC-4E69-B9B0-C303395D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75EB7-3AF7-4528-B6D7-24B2078C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CD80E-DFC1-49DA-9256-D0223959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4C317-EA63-4D8C-85AD-6A49E887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09BA8-5164-4177-B164-907AD2C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8D111-764B-4E14-A42B-ABCBBC00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6AE16-B16F-4DB2-8F67-40AA581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70EE6-6371-4F0E-8D02-8B8EF48A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8D23-7E1B-4F8B-9AF3-3FF69E6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5217D-C371-4A5A-94EA-0CB8709C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28575-F473-48D1-A02B-34947A89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BF82-58DB-4950-AC53-4A596DB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FE71D-B18E-4BF2-888A-65A0DB86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31E32-514F-4CE4-A597-9798AC72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C2CA7-52A7-4D8E-8A63-31F5A4B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8B050-B1B3-4036-A812-8EA1766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5C33A-F892-45FF-B4D7-C0728E9F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9C0A8-338D-4D3B-ABD5-9CED710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85144-9102-4C85-A6E0-36A3A73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D56B8-C434-4652-8646-48AD267A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5 × 4 tactile grid</a:t>
            </a:r>
          </a:p>
        </p:txBody>
      </p:sp>
    </p:spTree>
    <p:extLst>
      <p:ext uri="{BB962C8B-B14F-4D97-AF65-F5344CB8AC3E}">
        <p14:creationId xmlns:p14="http://schemas.microsoft.com/office/powerpoint/2010/main" val="762994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6C71D-3CE1-4BBB-8804-AE0DD124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91D64-99C0-4ED1-B948-A82F9BC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1AF24-7743-4969-A48E-0BBDBEE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The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07473-F602-423E-BB3D-32AB574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Sports are social. Following the action should not depend on seeing the field.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E0C5D-3CB7-45C6-B1D5-E979708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366B7-6D38-4401-91A4-F2A1BF2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Track the ball from live video and turn its location into a vibration on a physical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6D58E-6B99-4EF5-91E3-16F69744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2247900" cy="3486150"/>
          </a:xfrm>
          <a:prstGeom xmlns:a="http://schemas.openxmlformats.org/drawingml/2006/main" prst="roundRect">
            <a:avLst>
              <a:gd name="adj" fmla="val 339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6ACEA-10E8-4174-8E09-B39C5CD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1562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WATCH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TRACK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FEEL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7F8E-508F-4B61-BF58-5FECF6E4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Video to touch</a:t>
            </a:r>
          </a:p>
        </p:txBody>
      </p:sp>
    </p:spTree>
    <p:extLst>
      <p:ext uri="{BB962C8B-B14F-4D97-AF65-F5344CB8AC3E}">
        <p14:creationId xmlns:p14="http://schemas.microsoft.com/office/powerpoint/2010/main" val="200469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9DAB7-7A85-4223-A4AC-347B3AE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EAD48-033E-4805-82EC-D153531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9A993-2854-48C4-B2D8-2E1B15A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How Buzzboard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75906-EFAD-41BC-AF4E-3ECAD5C4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9B692-95CB-46C1-8C92-A36832D4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Live sports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24176-0D1F-4471-BA7C-52E21582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camera feed gives us the game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C3376-DA6C-4932-BC38-67ADEEC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4E46F-A457-4BD2-A068-D3165B4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3E0D-2EE6-46DB-AA22-CB7845C7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ABAA3-A246-451D-8C2E-56F14AF9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Ball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E1367-2E80-4057-B8B4-77BDB713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OpenCV processes each frame to locate the ball.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F8AB-776E-4584-AAB2-4B05D1FA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ABBF0-1CAA-42B2-A7CD-4A73472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81331-2AFF-429A-BF94-CE1482B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4D80F-5F5C-48AF-AF15-82ACA06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Tactile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1863B-15C2-4859-B015-3867A66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57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closest of 20 motors vibrates on the 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7ABA6-4227-4587-BC81-767D687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C2072-E31A-4B41-A625-A433F67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5 × 4 MOTOR GRID</a:t>
            </a:r>
          </a:p>
        </p:txBody>
      </p:sp>
    </p:spTree>
    <p:extLst>
      <p:ext uri="{BB962C8B-B14F-4D97-AF65-F5344CB8AC3E}">
        <p14:creationId xmlns:p14="http://schemas.microsoft.com/office/powerpoint/2010/main" val="890993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C1B5A-5CD7-4644-8D34-8C3EA94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00A3B-11B5-4BC6-8636-2B46FAC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F3ABB-AF20-44F4-B6DB-86550E6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47E2F-30AC-4E46-8BCA-79D95753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physical board designed to make the field readable by touch.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091FE-A364-4C8F-B9EE-BD4426B3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0" cy="2705100"/>
          </a:xfrm>
          <a:prstGeom xmlns:a="http://schemas.openxmlformats.org/drawingml/2006/main" prst="roundRect">
            <a:avLst>
              <a:gd name="adj" fmla="val 2817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15044-28C1-4395-89F3-D23941B0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20 vibration motors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3383D-D6CD-4B31-A688-D73FB99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5 × 4 grid maps a ball position to a clear vibration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6FB83-EB70-4C51-B44C-79D8A99C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Custom field inserts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38B58-492C-4B01-89FF-90678936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Ridges mark important lines, and magnetic inserts let us change sports.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F68D1-20FA-4947-A92C-C40FD486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FIELD INSERT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91CF9-E14B-44AA-A027-E1161DFD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810000" cy="1943100"/>
          </a:xfrm>
          <a:prstGeom xmlns:a="http://schemas.openxmlformats.org/drawingml/2006/main" prst="roundRect">
            <a:avLst>
              <a:gd name="adj" fmla="val 3922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A63C7-D7B0-4C74-86CD-4F33DA9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2ACDF-A044-4429-9C24-935D22B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371850"/>
            <a:ext cx="28575" cy="1371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1A696-E987-46CB-A0C9-7A3B6A2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71850"/>
            <a:ext cx="28575" cy="1371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A77B7-47FF-4A28-A354-6AB7C6D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371850"/>
            <a:ext cx="28575" cy="1371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FED48-E519-4CAA-B43D-F929BAAD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28575" cy="1371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16E30-2C5E-44F5-BA3D-D405EA0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21945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4420F-6E2A-4F6E-8EA2-FDB19FA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21945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D90C6-1A27-4094-B9C2-CA8F2F4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321945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5F1F-9601-4CE1-A991-2D7088C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381625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Interchangeable sport layouts</a:t>
            </a:r>
          </a:p>
        </p:txBody>
      </p:sp>
    </p:spTree>
    <p:extLst>
      <p:ext uri="{BB962C8B-B14F-4D97-AF65-F5344CB8AC3E}">
        <p14:creationId xmlns:p14="http://schemas.microsoft.com/office/powerpoint/2010/main" val="691264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16219-58A6-4489-9648-F44DB10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68862-2D4E-40BD-BA61-4E2F9D8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46E71-A7A5-493D-841C-A9F9B087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Challenges we faced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2243B-DD98-4DB8-BF66-E23BEDD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8E180-BE00-400E-B23C-EB7D584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Keeping up with the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C73F1-BFB4-4BE2-B4E1-C2AC4DC0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669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Ball detection must follow fast movement from imperfect video frames.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6EBB6-FA1E-42A3-BA9B-F29CA5CE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D3C6B-89C8-46F8-8835-55FA4DFB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Mapping video to touch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39A50-D603-4CCB-9B03-A98ED235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had to turn a camera position into one meaningful point on a 5 × 4 grid.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85831-17A2-4A9A-90F7-99C88BF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831E1-53D7-4E53-A508-4F4F1F92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Building for more than one 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C1DB5-53DD-4A16-BD19-5D0D5C4F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board needed field markings without locking the project to one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EE90D-B74D-45E8-8475-1B3D24B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676650" cy="3429000"/>
          </a:xfrm>
          <a:prstGeom xmlns:a="http://schemas.openxmlformats.org/drawingml/2006/main" prst="roundRect">
            <a:avLst>
              <a:gd name="adj" fmla="val 2222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C3F33-DFFA-43FC-B829-7E40DDFF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What helped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B583E-ACED-4E78-9EC7-E85CDC8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simple 20-cell contract kept the vision system, Jetson, relay matrix, and board aligned.</a:t>
            </a:r>
          </a:p>
        </p:txBody>
      </p:sp>
    </p:spTree>
    <p:extLst>
      <p:ext uri="{BB962C8B-B14F-4D97-AF65-F5344CB8AC3E}">
        <p14:creationId xmlns:p14="http://schemas.microsoft.com/office/powerpoint/2010/main" val="2081654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97E67-D478-430F-96F6-0F2288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55B16-47D1-4F01-B05D-82ED4CAB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F5088-AB2B-416E-A2E0-98619B23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84CDD-E234-4E07-A0A7-6B1CE140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9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want to turn a working prototype into a more reliable shared game-day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F879-47CB-49D5-8BCD-E1273EA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B38A-3D49-4074-9A00-9E48253A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More reliable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143A2-AE47-499F-ACA2-C8142C06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Improve ball detection across broadcast angles and faster 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A1727-067E-48A4-9688-A2C4E4D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29F46-DC29-4CAA-A0A2-85A51157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More sports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B4F95-2E35-4A52-98C8-4884637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B0B"/>
                </a:solidFill>
                <a:latin typeface="Arial"/>
                <a:ea typeface="Arial"/>
                <a:cs typeface="Arial"/>
              </a:rPr>
              <a:t>Expand the interchangeable field inserts and tracking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D2F91-FFBE-4AE9-9F6F-1432ED1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0EA3F-FFE6-447A-BB1B-B92C5F00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C9897-F5E4-480F-B554-ADB37C1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Learn directly from visually impaired sports fans what feels useful during a live game.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9F256-9CD1-4042-A7AB-8A56696B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205A5-359B-4A92-B0FD-CB38A7B1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721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9721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2026-09-27T09:47:35.9190000Z</dcterms:created>
  <dcterms:modified xsi:type="dcterms:W3CDTF">2026-09-27T09:47:35.9190000Z</dcterms:modified>
</coreProperties>
</file>