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9955f0f8ee4401" /><Relationship Type="http://schemas.openxmlformats.org/officeDocument/2006/relationships/extended-properties" Target="/docProps/app.xml" Id="R5ae49e22e3ca4761" /><Relationship Type="http://schemas.openxmlformats.org/officeDocument/2006/relationships/officeDocument" Target="/ppt/presentation.xml" Id="R1ea67dd61d8e48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74ce9bbf014cbd"/>
  </p:sldMasterIdLst>
  <p:notesMasterIdLst>
    <p:notesMasterId xmlns:r="http://schemas.openxmlformats.org/officeDocument/2006/relationships" r:id="R03cadd4fe9c545ac"/>
  </p:notesMasterIdLst>
  <p:sldIdLst>
    <p:sldId xmlns:r="http://schemas.openxmlformats.org/officeDocument/2006/relationships" id="256" r:id="R8a0d8da587d04802"/>
    <p:sldId xmlns:r="http://schemas.openxmlformats.org/officeDocument/2006/relationships" id="257" r:id="Re22f47a7e0884920"/>
    <p:sldId xmlns:r="http://schemas.openxmlformats.org/officeDocument/2006/relationships" id="258" r:id="Rd378b164b89d4539"/>
    <p:sldId xmlns:r="http://schemas.openxmlformats.org/officeDocument/2006/relationships" id="259" r:id="Rb34d191e539447cf"/>
    <p:sldId xmlns:r="http://schemas.openxmlformats.org/officeDocument/2006/relationships" id="260" r:id="Reb6a99ec82864b95"/>
    <p:sldId xmlns:r="http://schemas.openxmlformats.org/officeDocument/2006/relationships" id="261" r:id="R563fe6642d5a45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8e100af1a404d56" /><Relationship Type="http://schemas.openxmlformats.org/officeDocument/2006/relationships/slideMaster" Target="/ppt/slideMasters/slideMaster1.xml" Id="R7e74ce9bbf014cbd" /><Relationship Type="http://schemas.openxmlformats.org/officeDocument/2006/relationships/notesMaster" Target="/ppt/notesMasters/notesMaster1.xml" Id="R03cadd4fe9c545ac" /><Relationship Type="http://schemas.openxmlformats.org/officeDocument/2006/relationships/presProps" Target="/ppt/presProps.xml" Id="R9f4ae117d46f40f6" /><Relationship Type="http://schemas.openxmlformats.org/officeDocument/2006/relationships/tableStyles" Target="/ppt/tableStyles.xml" Id="R2ef3debce0e34990" /><Relationship Type="http://schemas.openxmlformats.org/officeDocument/2006/relationships/slide" Target="/ppt/slides/slide1.xml" Id="R8a0d8da587d04802" /><Relationship Type="http://schemas.openxmlformats.org/officeDocument/2006/relationships/slide" Target="/ppt/slides/slide2.xml" Id="Re22f47a7e0884920" /><Relationship Type="http://schemas.openxmlformats.org/officeDocument/2006/relationships/slide" Target="/ppt/slides/slide3.xml" Id="Rd378b164b89d4539" /><Relationship Type="http://schemas.openxmlformats.org/officeDocument/2006/relationships/slide" Target="/ppt/slides/slide4.xml" Id="Rb34d191e539447cf" /><Relationship Type="http://schemas.openxmlformats.org/officeDocument/2006/relationships/slide" Target="/ppt/slides/slide5.xml" Id="Reb6a99ec82864b95" /><Relationship Type="http://schemas.openxmlformats.org/officeDocument/2006/relationships/slide" Target="/ppt/slides/slide6.xml" Id="R563fe6642d5a45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41eb69151147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dbd77a2781455d" /><Relationship Type="http://schemas.openxmlformats.org/officeDocument/2006/relationships/notesMaster" Target="/ppt/notesMasters/notesMaster1.xml" Id="Rd0c07714cfb140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33b477fe948c0" /><Relationship Type="http://schemas.openxmlformats.org/officeDocument/2006/relationships/notesMaster" Target="/ppt/notesMasters/notesMaster1.xml" Id="R0834bd58bbe74a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99bd98e27a4c9a" /><Relationship Type="http://schemas.openxmlformats.org/officeDocument/2006/relationships/notesMaster" Target="/ppt/notesMasters/notesMaster1.xml" Id="R7197a28eb52740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e0176d69c84d89" /><Relationship Type="http://schemas.openxmlformats.org/officeDocument/2006/relationships/notesMaster" Target="/ppt/notesMasters/notesMaster1.xml" Id="Rfe833680a2cc41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79c1d4c77c4cb1" /><Relationship Type="http://schemas.openxmlformats.org/officeDocument/2006/relationships/notesMaster" Target="/ppt/notesMasters/notesMaster1.xml" Id="Red007181a9d94a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1aa6608cbd4382" /><Relationship Type="http://schemas.openxmlformats.org/officeDocument/2006/relationships/notesMaster" Target="/ppt/notesMasters/notesMaster1.xml" Id="R427adca4392c4a1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Buzzboard hackathon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based on the team's stated goal.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flow: live video, OpenCV ball detection, and 20-motor tactile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 board details based on the team's project description.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Challenges and response, summarized from the implementation approach.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Future plans are proposed next steps, not completed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6615c4a1741b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60a7edac234da6" /><Relationship Type="http://schemas.openxmlformats.org/officeDocument/2006/relationships/slideLayout" Target="/ppt/slideLayouts/slideLayout1.xml" Id="Rc62417e4985e4f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2417e4985e4f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701cd1d8c4a96" /><Relationship Type="http://schemas.openxmlformats.org/officeDocument/2006/relationships/notesSlide" Target="/ppt/notesSlides/notesSlide1.xml" Id="R403ea819b4f64f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14dd96f664645" /><Relationship Type="http://schemas.openxmlformats.org/officeDocument/2006/relationships/notesSlide" Target="/ppt/notesSlides/notesSlide2.xml" Id="Rdf038c3eaba545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dfb1e6c8b4dda" /><Relationship Type="http://schemas.openxmlformats.org/officeDocument/2006/relationships/notesSlide" Target="/ppt/notesSlides/notesSlide3.xml" Id="Radaa6ba9da9140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e397106264c3d" /><Relationship Type="http://schemas.openxmlformats.org/officeDocument/2006/relationships/notesSlide" Target="/ppt/notesSlides/notesSlide4.xml" Id="Re5553fe19062425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a6ce108c04e8c" /><Relationship Type="http://schemas.openxmlformats.org/officeDocument/2006/relationships/notesSlide" Target="/ppt/notesSlides/notesSlide5.xml" Id="Rcd42a15c444646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4695ef2f5948c9" /><Relationship Type="http://schemas.openxmlformats.org/officeDocument/2006/relationships/notesSlide" Target="/ppt/notesSlides/notesSlide6.xml" Id="R20079bd6487c4e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890F6-7666-4F79-8DB1-B650B4D8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66750"/>
            <a:ext cx="857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7DBC69-FEA2-43F4-834B-BD49B08E0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14450"/>
            <a:ext cx="8096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69EB5-F928-42FB-BEF3-F5426FED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600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Feel the game in real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3890D-E367-4A92-88B5-EB7A87A9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5810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tactile sports experience for people who are visually impaired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70D01-1019-4DD4-A6C7-4500ECC37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Hackathon 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2A999-8D21-420B-9239-859DCBB3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286D4C-7CA7-4777-A078-88DDF8B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99C6E-CA00-4D25-A748-CDA2410C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B5EC8-D975-48DB-8535-CC7698EB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765EF-92A9-4C06-B4E5-53150C43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7716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94A0C8-050B-44A2-8A4E-2AD232B4D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22C767-F7FE-427C-AC48-2939473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8D97C7-86B7-4451-8E86-51B0C200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C9A54-7981-4510-9549-1998DFD8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10360B-CFA1-4291-A7D6-8A263504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384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C89E3-D6BC-4B95-A637-7A3C173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0529B1-B780-45CB-A278-BA0F48F2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094EB8-DE22-4B4B-B9F9-29E33582F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A9BBC-97C3-4078-824A-EC61854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C1C99E-39DC-4945-8226-917256D6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10515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42359-4970-42EE-9AB9-EFB4A3D3A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90CE3-130D-4661-A9D8-93D68A1E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3C69CF-0C37-42D2-B1BC-24F12C8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16481-3ACC-408B-9314-DC75C3D8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76090-F9D2-4D6D-831B-09A8E94D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771900"/>
            <a:ext cx="4572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E3AA53-4B62-4487-9938-118BA186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5 × 4 tactile grid</a:t>
            </a:r>
          </a:p>
        </p:txBody>
      </p:sp>
    </p:spTree>
    <p:extLst>
      <p:ext uri="{BB962C8B-B14F-4D97-AF65-F5344CB8AC3E}">
        <p14:creationId xmlns:p14="http://schemas.microsoft.com/office/powerpoint/2010/main" val="98654388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019D1-30AE-4804-80DC-74AA786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7B7C9-364C-4972-9A71-65804B90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5CC666-7551-4C14-AEE6-9CA0070A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The experience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C00A2-C91F-4580-BF7C-C01FE35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42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031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Sports are social. Following the action should not depend on seeing the field.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6176F-996A-411C-A5B8-45B7F9E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Our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38E4A1-ADEA-4FF3-B7A2-F9B60FC5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19500"/>
            <a:ext cx="7239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Track the ball from live video and turn its location into a vibration on a physical field.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A61CB-15A4-4248-B94E-AD68089C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2247900" cy="348615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EEFFC7-B5DF-4D15-A196-15A4194E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81250"/>
            <a:ext cx="15621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WATCH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TRACK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→</a:t>
            </a:r>
          </a:p>
          <a:p xmlns:a="http://schemas.openxmlformats.org/drawingml/2006/main">
            <a:pPr>
              <a:defRPr sz="232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FEEL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A6F73-16F3-4C69-B59F-5B17057A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5476875"/>
            <a:ext cx="2324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Video to touch</a:t>
            </a:r>
          </a:p>
        </p:txBody>
      </p:sp>
    </p:spTree>
    <p:extLst>
      <p:ext uri="{BB962C8B-B14F-4D97-AF65-F5344CB8AC3E}">
        <p14:creationId xmlns:p14="http://schemas.microsoft.com/office/powerpoint/2010/main" val="14518704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715A7E-CC53-4B40-964F-BD85905A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03460-639A-4F71-B187-E140E07C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44B14E-311D-41EF-B58C-76358CAC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How Buzzboard 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2D2560-97C9-4C49-93E1-15504F4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DA9AC-B4CB-491E-B966-3A901F32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955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Live sports video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52A92-9AED-4C05-A262-BD6AB3CE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431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camera feed gives us the game view.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3EABB-4B2C-4F59-908A-3F16477E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336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A6082D-D3DF-436E-825D-715497474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E28871-C9CB-4AC5-A958-F9D0D8C5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047ED-1CB7-4C7E-B131-8A9E3A68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528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Ball detection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A57D1F-09BA-499C-84D8-5655F248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OpenCV processes each frame to locate the ball.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FA86C-C724-4948-8E2A-9DD30F62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3909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63E7C-2B48-4ABC-8D9D-A14A4F04D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814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VISION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F1F22-2191-42C2-9518-DE56027B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01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CA8BA5-79AE-40A1-A4AD-42A288C15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01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827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Tactile 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FA8F75-BD7D-484A-A52A-59F6A0F5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57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closest of 20 motors vibrates on the board.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FAF04C-6BE2-4EE6-A7FD-6B6706A9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48200"/>
            <a:ext cx="2857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09633-D6C3-4A13-B435-001F55D4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38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5 × 4 MOTOR GRID</a:t>
            </a:r>
          </a:p>
        </p:txBody>
      </p:sp>
    </p:spTree>
    <p:extLst>
      <p:ext uri="{BB962C8B-B14F-4D97-AF65-F5344CB8AC3E}">
        <p14:creationId xmlns:p14="http://schemas.microsoft.com/office/powerpoint/2010/main" val="1457593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6325AB-ACD4-48B0-8D7D-BF1FB488C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183B8-10D6-4EA9-A9FB-D9F85A71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FB1173-31E6-48C5-8C97-062EEA4D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19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we built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4B7E8-7047-4011-9347-AF1EA138F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33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A physical board designed to make the field readable by touch.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9BCFB-B7FF-4E30-8C2B-C28E8270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953000" cy="31242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4F2DC-8A1B-4058-AFC8-204D2730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20 vibration motors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BBDEF-04FD-4C9C-8D88-6CF5E7B4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3790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5 × 4 grid maps a ball position to a clear vibration point.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8565DE-B76E-4CF1-825A-90BE346B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Custom field inserts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23A66-C603-405F-AF4F-8006D0C1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72075"/>
            <a:ext cx="37909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667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Ridges mark important lines, and magnetic inserts let us change sports.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BB1E8-0B39-42F4-9111-5B401018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670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FIELD INSERT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810AF0-0F24-42F9-BE78-28C29DB2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86100"/>
            <a:ext cx="3810000" cy="19431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754E9-7C39-4A2D-9270-F0613FC4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71850"/>
            <a:ext cx="32194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664933-34AF-4033-8BEE-35F752BE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088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7633C-6155-4850-84AE-82A65C65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9AA1F-1D2B-4070-8B1E-B0B9AD8A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963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E1CC4-BC3E-462A-BEFB-D066837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371850"/>
            <a:ext cx="285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DBC463-2D05-4D95-B283-0C064AF8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00174-C2EB-4367-B520-ABECCFED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0576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74F58-5C4E-45DD-9B8D-B4B6C2D6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00550"/>
            <a:ext cx="321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5E23C5-73CA-49EF-8C78-5EAA5E0D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59055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Interchangeable sport layouts</a:t>
            </a:r>
          </a:p>
        </p:txBody>
      </p:sp>
    </p:spTree>
    <p:extLst>
      <p:ext uri="{BB962C8B-B14F-4D97-AF65-F5344CB8AC3E}">
        <p14:creationId xmlns:p14="http://schemas.microsoft.com/office/powerpoint/2010/main" val="7914581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D2392-5F29-48D0-B2C6-314572D0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EBA0A4-4C99-4541-80C4-30E30DA7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968EAB-0082-41A8-9550-0D5B2424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714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Challenges we faced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DA6FC-8E3D-4F0E-AE5F-C1148EA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193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2F07E9-AC9C-4921-876C-860EF46A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Keeping up with the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2CA2C-72B6-4537-81B2-987BCEFE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669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Ball detection must follow fast movement from imperfect video frames.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4ABBDE-B04D-4CAE-9968-8A143640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340CC-291B-44FB-815E-6B56C286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Mapping video to touch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5594F5-23CE-4567-8EDA-A88D2C3DF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861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had to turn a camera position into one meaningful point on a 5 × 4 grid.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FF357-4C21-40C7-87F2-C5B62606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57700"/>
            <a:ext cx="171450" cy="80010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0F6A0E-81A9-4560-A0A6-75C7DD95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026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Building for more than one sport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D291EC-915D-47F4-8C7A-CEC2B976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05375"/>
            <a:ext cx="5143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The board needed field markings without locking the project to one layout.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1B992D-9558-4330-A1D0-975D80A9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47850"/>
            <a:ext cx="36766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22594-EFCE-4EF1-88FA-CD0DE7B2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431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What helped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43C87-1B49-4705-A786-FECFF1F9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266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566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A simple 20-cell contract kept the vision system, Jetson, relay matrix, and board aligned.</a:t>
            </a:r>
          </a:p>
        </p:txBody>
      </p:sp>
    </p:spTree>
    <p:extLst>
      <p:ext uri="{BB962C8B-B14F-4D97-AF65-F5344CB8AC3E}">
        <p14:creationId xmlns:p14="http://schemas.microsoft.com/office/powerpoint/2010/main" val="19559152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AA17E5-1BA2-43E1-9131-5AF943F2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64505-D409-4901-8AF2-84397BF9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33400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CAC46-7098-4D37-BE40-95AFC682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096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7F4EA"/>
                </a:solidFill>
                <a:latin typeface="Arial"/>
                <a:ea typeface="Arial"/>
                <a:cs typeface="Arial"/>
              </a:rPr>
              <a:t>What comes next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E02E7-03D9-4DD7-83DD-52F26432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98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We want to turn a working prototype into a more reliable shared game-day experience.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6CA0EA-31B1-4BD6-9425-697CEAC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34916-EA35-4D73-826E-72204643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More reliable tracking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D4D92-3F00-415B-B209-97242E07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Improve ball detection across broadcast angles and faster plays.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BDB4FF-0701-407D-A37A-2A06EA29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D21F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4D782-CEBE-4726-AE85-1BDF60E0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0B0B"/>
                </a:solidFill>
                <a:latin typeface="Arial"/>
                <a:ea typeface="Arial"/>
                <a:cs typeface="Arial"/>
              </a:rPr>
              <a:t>More sports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8F9BF-326C-48B5-A7C6-153D9A1D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B0B0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B0B0B"/>
                </a:solidFill>
                <a:latin typeface="Arial"/>
                <a:ea typeface="Arial"/>
                <a:cs typeface="Arial"/>
              </a:rPr>
              <a:t>Expand the interchangeable field inserts and tracking rules.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B4A28-B39D-49D3-B741-FBD7332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95625"/>
            <a:ext cx="3238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E31B9-CE75-44A0-9082-2404245C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19475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User testing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38647-2F0A-4403-BB34-37491154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24325"/>
            <a:ext cx="2647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83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7F4E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4EA"/>
                </a:solidFill>
                <a:latin typeface="Arial"/>
                <a:ea typeface="Arial"/>
                <a:cs typeface="Arial"/>
              </a:rPr>
              <a:t>Learn directly from visually impaired sports fans what feels useful during a live game.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0A468-20FF-452F-A821-0E0092923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72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21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D21F"/>
                </a:solidFill>
                <a:latin typeface="Arial"/>
                <a:ea typeface="Arial"/>
                <a:cs typeface="Arial"/>
              </a:rPr>
              <a:t>Buzzboard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D16050-604C-4151-B2C5-AF24FACB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972175"/>
            <a:ext cx="2057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BB8A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BB8A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105458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2026-09-27T09:48:58.1570000Z</dcterms:created>
  <dcterms:modified xsi:type="dcterms:W3CDTF">2026-09-27T09:48:58.1570000Z</dcterms:modified>
</coreProperties>
</file>